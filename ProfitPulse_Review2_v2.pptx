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5E7EB"/>
                </a:solidFill>
                <a:latin typeface="Calibri"/>
              </a:rPr>
              <a:t>ROAS by channel (x)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Amazon</c:v>
                  </c:pt>
                  <c:pt idx="1">
                    <c:v>Meta</c:v>
                  </c:pt>
                  <c:pt idx="2">
                    <c:v>Google</c:v>
                  </c:pt>
                  <c:pt idx="3">
                    <c:v>TikTok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3.9</c:v>
                </c:pt>
                <c:pt idx="2">
                  <c:v>3.5</c:v>
                </c:pt>
                <c:pt idx="3">
                  <c:v>2.67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2632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5E7EB"/>
                </a:solidFill>
                <a:latin typeface="Calibri"/>
              </a:rPr>
              <a:t>TikTok drivers: size of shift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CPM spike</c:v>
                  </c:pt>
                  <c:pt idx="1">
                    <c:v>Hook-rate drop</c:v>
                  </c:pt>
                  <c:pt idx="2">
                    <c:v>CVR drop</c:v>
                  </c:pt>
                  <c:pt idx="3">
                    <c:v>Bounce rate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38</c:v>
                </c:pt>
                <c:pt idx="2">
                  <c:v>18.4</c:v>
                </c:pt>
                <c:pt idx="3">
                  <c:v>12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632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5E7EB"/>
                </a:solidFill>
                <a:latin typeface="Calibri"/>
              </a:rPr>
              <a:t>Predicted impact per directive (Rs)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REC-101 Google&gt;Amazon</c:v>
                  </c:pt>
                  <c:pt idx="1">
                    <c:v>REC-102 Throttle Meta</c:v>
                  </c:pt>
                  <c:pt idx="2">
                    <c:v>REC-103 Scale TikTok</c:v>
                  </c:pt>
                  <c:pt idx="3">
                    <c:v>REC-104 PMax mask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425000</c:v>
                </c:pt>
                <c:pt idx="1">
                  <c:v>230000</c:v>
                </c:pt>
                <c:pt idx="2">
                  <c:v>325000</c:v>
                </c:pt>
                <c:pt idx="3">
                  <c:v>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6324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5E7EB"/>
                </a:solidFill>
                <a:latin typeface="Calibri"/>
              </a:rPr>
              <a:t>Weekly spend vs projected revenue (Rs thousand)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Meta</c:v>
                  </c:pt>
                  <c:pt idx="1">
                    <c:v>Google</c:v>
                  </c:pt>
                  <c:pt idx="2">
                    <c:v>Amazon</c:v>
                  </c:pt>
                  <c:pt idx="3">
                    <c:v>TikTok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62.4</c:v>
                </c:pt>
                <c:pt idx="1">
                  <c:v>44.1</c:v>
                </c:pt>
                <c:pt idx="2">
                  <c:v>26.8</c:v>
                </c:pt>
                <c:pt idx="3">
                  <c:v>14.95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revenue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Meta</c:v>
                  </c:pt>
                  <c:pt idx="1">
                    <c:v>Google</c:v>
                  </c:pt>
                  <c:pt idx="2">
                    <c:v>Amazon</c:v>
                  </c:pt>
                  <c:pt idx="3">
                    <c:v>TikTok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243.4</c:v>
                </c:pt>
                <c:pt idx="1">
                  <c:v>154.4</c:v>
                </c:pt>
                <c:pt idx="2">
                  <c:v>128.6</c:v>
                </c:pt>
                <c:pt idx="3">
                  <c:v>39.9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2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DATAQUEST 3.0  |  REVIEW 2  |  VIT CHENNAI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ProfitPulse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D2C Advertising Intelligence &amp; Decision Engine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 &gt;  Diagnose  &gt;  Decide  &gt;  Learn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9584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0279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networks unified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3529584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40279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models active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529584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0279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529584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0279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diagnosed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our answer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siloed data, slow diagnosis, reactive spend, no decision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2A15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097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1097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dashboard: Meta, Google, Amazon, TikTok + Shopify + ERP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2A15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8470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diagnosis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847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0" y="1847088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8470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root-cause hub with anomaly feed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2A15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5968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spend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5968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0" y="2596896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5968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what-if sandbox with per-channel revenue forecast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2A15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3467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marginal return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33467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57600" y="3346704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49040" y="334670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tied to SKU margin and days of stock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2A15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40965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409651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57600" y="4096512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49040" y="40965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Execute directives, audit log with rollback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closed-loop intelligence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one engine (build v3.2.0-prod, 99.8% healthy)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spend, Shopify orders, GA events, ERP stock, SKU margin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events/sec, zero-lag sync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DIAGNOSE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6459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causal graph (96.4% confidence)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feed + root cause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B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DECIDE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6459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directives with urgency and AI confidence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+ stock aware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B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LEARN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6459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actions run via ad APIs (200 OK log)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feed back, rollback available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outcomes flow back into Ingest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803904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1,240/s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3022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3803904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3022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803904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3022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confidence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12280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31B33"/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803904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3022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health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Global Dashboard: see everything in one place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KPIs, spend vs revenue reconciliation, SKU margin + inventory matrix</a:t>
            </a:r>
            <a:endParaRPr lang="en-US" sz="1200" dirty="0"/>
          </a:p>
        </p:txBody>
      </p:sp>
      <p:pic>
        <p:nvPicPr>
          <p:cNvPr id="5" name="Image 0" descr="/home/claude/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697480" cy="15020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2697480" cy="1502038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pic>
        <p:nvPicPr>
          <p:cNvPr id="7" name="Image 1" descr="/home/claude/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697480" cy="1506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0" y="914400"/>
            <a:ext cx="2697480" cy="1506751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pic>
        <p:nvPicPr>
          <p:cNvPr id="9" name="Image 2" descr="/home/claude/n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2697480" cy="149500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914400"/>
            <a:ext cx="2697480" cy="1495006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365760" y="25603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4572000" y="260604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Rs 1,48,250 (+4.8% WoW), revenue Rs 5,66,315, ROAS 3.82x vs 3.50x target, MER 26.2%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margin 28.4%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(18% share) scales; TikTok (10%) has a fatigue alert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matrix: ThermoShield has 3.5 days of stock left; AeroVent Pro has 42 days at 68.4% margin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Diagnostics: the "why" behind the metrics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feed + causal inference graph for TikTok spend spike (ANOM-8041)</a:t>
            </a:r>
            <a:endParaRPr lang="en-US" sz="1200" dirty="0"/>
          </a:p>
        </p:txBody>
      </p:sp>
      <p:pic>
        <p:nvPicPr>
          <p:cNvPr id="5" name="Image 0" descr="/home/claude/n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023360" cy="2267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4023360" cy="2267598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0" y="91440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60" y="333756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anomalies detected: TikTok spend +42% with CVR -18.4% (Critical), PMax brand cannibalisation, SKU #208 stockout, Meta + ERP excess stock (+Rs 11.5L opportunity)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creative fatigue (frequency 4.6x), 42% causal share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fatigue &gt; hook rate 28.4% to 14.1% &gt; CPM Rs 820 to 1,150 &gt; ROAS decay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333756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Rs 1,50,000/day burn if unmitigated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Rs 1,20,000/week wasted on organic-likely conversions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window: Amazon competitor stockout, 36 hours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Autonomous Decisions: from insight to action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pending directives with reasoning, impact, confidence and one-click Approve &amp; Execute</a:t>
            </a:r>
            <a:endParaRPr lang="en-US" sz="1200" dirty="0"/>
          </a:p>
        </p:txBody>
      </p:sp>
      <p:pic>
        <p:nvPicPr>
          <p:cNvPr id="5" name="Image 0" descr="/home/claude/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697480" cy="1502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2697480" cy="1502519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pic>
        <p:nvPicPr>
          <p:cNvPr id="7" name="Image 1" descr="/home/claude/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697480" cy="1506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0" y="914400"/>
            <a:ext cx="2697480" cy="1506751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pic>
        <p:nvPicPr>
          <p:cNvPr id="9" name="Image 2" descr="/home/claude/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2697480" cy="1508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914400"/>
            <a:ext cx="2697480" cy="1508450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365760" y="256032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4754880" y="2606040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confidence: REC-102 98%, REC-101 95%, REC-103 91%, REC-104 89%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REC-101: +0.45x ROAS on SKU-104; REC-102: prevents Rs 2.3L waste and Rs 3.5L refund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REC-104: 48% of PMax conversions were organic brand queries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PMax exclusion mask executed (200 OK), with Rollback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Scenario Sandbox + what we deliver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budget simulator, predictive analyzer, then push the winning scenario to live directives</a:t>
            </a:r>
            <a:endParaRPr lang="en-US" sz="1200" dirty="0"/>
          </a:p>
        </p:txBody>
      </p:sp>
      <p:pic>
        <p:nvPicPr>
          <p:cNvPr id="5" name="Image 0" descr="/home/claude/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017520" cy="16723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3017520" cy="1672379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pic>
        <p:nvPicPr>
          <p:cNvPr id="7" name="Image 1" descr="/home/claude/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97480"/>
            <a:ext cx="3017520" cy="16818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2697480"/>
            <a:ext cx="3017520" cy="1681819"/>
          </a:xfrm>
          <a:prstGeom prst="rect">
            <a:avLst/>
          </a:prstGeom>
          <a:ln w="12700">
            <a:solidFill>
              <a:srgbClr val="26324F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3566160" y="914400"/>
          <a:ext cx="5212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3566160" y="33375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inputs: spend Rs 1,48,250, stock 2,450, margin 68%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ROAS 3.82x, 42 days of stock, gross profit Rs 3,85,093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higher blended ROAS, fewer stockouts, less wasted spend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ad-API execution, outcome-feedback retraining, more data 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ProfitPulse - Review 2</dc:title>
  <dc:subject>PptxGenJS Presentation</dc:subject>
  <dc:creator>PptxGenJS</dc:creator>
  <cp:lastModifiedBy>PptxGenJS</cp:lastModifiedBy>
  <cp:revision>1</cp:revision>
  <dcterms:created xsi:type="dcterms:W3CDTF">2026-10-07T19:25:37Z</dcterms:created>
  <dcterms:modified xsi:type="dcterms:W3CDTF">2026-10-07T19:25:37Z</dcterms:modified>
</cp:coreProperties>
</file>